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4D"/>
    <a:srgbClr val="EB9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81" autoAdjust="0"/>
  </p:normalViewPr>
  <p:slideViewPr>
    <p:cSldViewPr snapToGrid="0">
      <p:cViewPr>
        <p:scale>
          <a:sx n="100" d="100"/>
          <a:sy n="100" d="100"/>
        </p:scale>
        <p:origin x="-1096" y="48"/>
      </p:cViewPr>
      <p:guideLst>
        <p:guide pos="360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840" y="-5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835CEB-7841-AB1E-F0EF-16C1D4B93B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52531-A222-3695-ED7B-814AE130C7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14449-9D93-4034-9DB9-425A50418D5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22944-A5AB-DD05-4360-7AE7C7D9E7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EFC9E-F099-F05A-D311-FAB0099839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931BF-F3EF-43B5-A1F2-348DE8E9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02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BDB39-ACE6-476B-BF08-4E1340861C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A76C8-E53E-4FA7-8620-823C15E2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07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A76C8-E53E-4FA7-8620-823C15E270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2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6E64-A6C2-F7B4-3A0C-CC10BF5A5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5F2D6-35DB-A371-26CD-E6DB9E800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CB7BC-5648-8700-59D9-1A75C53B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99BD7-9953-E131-4F37-2237EC0A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DBFB-DFBB-34F8-D62A-77F30EE8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3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0EA2-863E-019E-7B45-349B67E1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02AE2-6F26-75D7-15E3-7B47BF99E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FCC57-A542-A2FB-A457-FA9BDF19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84F6E-E8D4-4EBD-FB1D-41D55074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50F9-3F32-5CEF-4C5D-D84CF650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7C2D-3D36-8256-3D57-A27E0203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71ED8-7214-DC11-A933-B72BE3C71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492AC-D8D6-32BB-B213-C36B32CE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C1CAC-EE64-029A-97D8-2FF62C0E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C98DA-9EF9-04D1-9774-2A02789E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2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EB4D-BE60-2E1D-5B98-B07FE15C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AEA99-B27A-8DF3-2164-6154C0C14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01BC1-D8F1-0143-CB0C-73CF752E1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034B4-7F54-E425-891F-FF798D35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192F9-E7E0-9B14-ADC6-FB3A1508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9A1D1-1394-661F-5B7F-3C6A74DB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6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8298-C69A-4AF1-513F-E45241E2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9B8BD-2A3D-3BD2-0A68-1760B5E09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FEDA5-CD34-B095-3727-A915F478D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570DF-841A-16E3-138C-2F6A00315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50297-4E1B-C0FF-04AA-0D0420BF6C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8E49E-0741-80C4-30B6-043078CC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30697F-0B1E-511F-661E-31CEA672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0C6C0-E44F-90D9-5127-4F7F1816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3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63F5-C9C4-4F2F-FF01-DADBAF18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C79D1-8B81-1F37-CA8A-1AC05A94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091D9-6EDE-AE76-B753-D646B294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90054-3657-C13A-5630-4EE5AC9E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8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04C3A-4E9C-B530-BF33-D79E5ACE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051D3-91D2-5E06-EF33-C4A1FA55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A8EFB-885B-14AE-6810-9D874BCD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1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5753-C792-3421-C4DE-B236A59B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F05E1-3117-FE15-C1DB-F065803A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83FBC-C872-7083-1B51-63CC09DFB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FF376-286B-5621-3C8B-E3C458A10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0672E-E70A-1B01-84FC-572F9427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6FB76-998E-D0C3-EF0B-E7344CC4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2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1CAB-1A39-1BBC-45E5-19CE1796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4085A-30C0-8F42-D5EF-A327B950A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6D691-AA78-CC97-6850-CD31077EE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85C16-957A-7835-5D89-6578BAAD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AF49C-1C01-9A7A-8EAD-622A36FF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C3188-E265-302B-C91B-88D1324A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9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72B2-F5CC-76B0-DF7E-BA610FBB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58475-3A78-CCC5-2CF5-7B0ABCFC6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1F54-2DDD-D4B3-B6DF-E7EAC661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F84AA-6EF3-8A3E-73CF-7BF5183B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82821-D9A0-D2F1-D218-6362C51B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8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7254B3-BC92-06A5-87F0-C577B87B7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1F37E-C99F-7072-0690-E42F74B35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0E364-C0EE-EA2E-7716-CDA13AE1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D8FEF-6E44-4DD4-2662-EB4564BD3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69608-A1E0-1C75-1C64-697783BD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1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83B5B-CE56-EA1D-A92A-E41774DE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32FC4-471D-9B1F-C57B-1567A0359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6691D-F78E-3E46-67D5-F1D3E0687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D5F-5F0D-4C8E-BCC0-D209C6F8125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72F2-1B0C-A64A-5FE0-AC32F2DE4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4649A-73B6-0687-47A8-E51353760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C53A0-425C-40B6-A34C-05E3E5A84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7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C470C2-6C07-992F-7F07-78F3AE8C53F6}"/>
              </a:ext>
            </a:extLst>
          </p:cNvPr>
          <p:cNvSpPr/>
          <p:nvPr/>
        </p:nvSpPr>
        <p:spPr>
          <a:xfrm>
            <a:off x="387458" y="258305"/>
            <a:ext cx="11432583" cy="6349139"/>
          </a:xfrm>
          <a:prstGeom prst="roundRect">
            <a:avLst>
              <a:gd name="adj" fmla="val 963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AD94F5-E57C-5EE1-5853-6D3831DF94D2}"/>
              </a:ext>
            </a:extLst>
          </p:cNvPr>
          <p:cNvSpPr/>
          <p:nvPr/>
        </p:nvSpPr>
        <p:spPr>
          <a:xfrm>
            <a:off x="8606725" y="387457"/>
            <a:ext cx="3130657" cy="1437533"/>
          </a:xfrm>
          <a:prstGeom prst="roundRect">
            <a:avLst>
              <a:gd name="adj" fmla="val 445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5BDFC2-0C5B-80EE-AC85-F2FA5A316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28" y="286718"/>
            <a:ext cx="170222" cy="170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FC24F6-4D3F-2B07-EC9F-3B0B8DA2E014}"/>
              </a:ext>
            </a:extLst>
          </p:cNvPr>
          <p:cNvSpPr txBox="1"/>
          <p:nvPr/>
        </p:nvSpPr>
        <p:spPr>
          <a:xfrm>
            <a:off x="597153" y="256413"/>
            <a:ext cx="637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Revenger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8AE4A-51BD-9526-16E9-611B0EDFEF79}"/>
              </a:ext>
            </a:extLst>
          </p:cNvPr>
          <p:cNvSpPr txBox="1"/>
          <p:nvPr/>
        </p:nvSpPr>
        <p:spPr>
          <a:xfrm>
            <a:off x="8709699" y="531456"/>
            <a:ext cx="12801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rgbClr val="00B050"/>
                </a:solidFill>
              </a:rPr>
              <a:t>COM4 Opened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52778-3D05-1907-E489-7F36017E878A}"/>
              </a:ext>
            </a:extLst>
          </p:cNvPr>
          <p:cNvSpPr txBox="1"/>
          <p:nvPr/>
        </p:nvSpPr>
        <p:spPr>
          <a:xfrm>
            <a:off x="9591687" y="446126"/>
            <a:ext cx="408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Port: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56E57-18A8-2086-DCB0-40599B6CBFA4}"/>
              </a:ext>
            </a:extLst>
          </p:cNvPr>
          <p:cNvSpPr txBox="1"/>
          <p:nvPr/>
        </p:nvSpPr>
        <p:spPr>
          <a:xfrm>
            <a:off x="9531973" y="662396"/>
            <a:ext cx="4680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Baud: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33AC8E-8ED7-41CE-724A-669B2528EF6D}"/>
              </a:ext>
            </a:extLst>
          </p:cNvPr>
          <p:cNvSpPr/>
          <p:nvPr/>
        </p:nvSpPr>
        <p:spPr>
          <a:xfrm>
            <a:off x="10136493" y="482194"/>
            <a:ext cx="554367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AE02F9-1375-5608-C9F6-54D72FD9C0D0}"/>
              </a:ext>
            </a:extLst>
          </p:cNvPr>
          <p:cNvSpPr txBox="1"/>
          <p:nvPr/>
        </p:nvSpPr>
        <p:spPr>
          <a:xfrm>
            <a:off x="10157479" y="469209"/>
            <a:ext cx="3657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>
                <a:solidFill>
                  <a:schemeClr val="bg1"/>
                </a:solidFill>
              </a:rPr>
              <a:t>COM4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B33C93C-0218-DB07-720D-6CA1BDA59562}"/>
              </a:ext>
            </a:extLst>
          </p:cNvPr>
          <p:cNvSpPr/>
          <p:nvPr/>
        </p:nvSpPr>
        <p:spPr>
          <a:xfrm>
            <a:off x="10132683" y="721548"/>
            <a:ext cx="554367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582C92-0C63-800C-58A0-A168C370173C}"/>
              </a:ext>
            </a:extLst>
          </p:cNvPr>
          <p:cNvSpPr txBox="1"/>
          <p:nvPr/>
        </p:nvSpPr>
        <p:spPr>
          <a:xfrm>
            <a:off x="10153669" y="708563"/>
            <a:ext cx="42670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>
                <a:solidFill>
                  <a:schemeClr val="bg1"/>
                </a:solidFill>
              </a:rPr>
              <a:t>9600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C26CEF0-4680-55F9-9F26-8FB69CB7A16C}"/>
              </a:ext>
            </a:extLst>
          </p:cNvPr>
          <p:cNvSpPr/>
          <p:nvPr/>
        </p:nvSpPr>
        <p:spPr>
          <a:xfrm>
            <a:off x="10848359" y="482194"/>
            <a:ext cx="753091" cy="382662"/>
          </a:xfrm>
          <a:prstGeom prst="roundRect">
            <a:avLst>
              <a:gd name="adj" fmla="val 6710"/>
            </a:avLst>
          </a:prstGeom>
          <a:solidFill>
            <a:srgbClr val="FF000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37BE2-BE1A-2F95-12F0-56277A426C16}"/>
              </a:ext>
            </a:extLst>
          </p:cNvPr>
          <p:cNvSpPr txBox="1"/>
          <p:nvPr/>
        </p:nvSpPr>
        <p:spPr>
          <a:xfrm>
            <a:off x="10941483" y="507681"/>
            <a:ext cx="629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Close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1CEA518-B440-FD11-69E6-2239BB7FA4B1}"/>
              </a:ext>
            </a:extLst>
          </p:cNvPr>
          <p:cNvSpPr/>
          <p:nvPr/>
        </p:nvSpPr>
        <p:spPr>
          <a:xfrm>
            <a:off x="10848358" y="1574367"/>
            <a:ext cx="753091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Clear Term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68F861D-E92A-12FB-8344-9C3D987AF9DB}"/>
              </a:ext>
            </a:extLst>
          </p:cNvPr>
          <p:cNvSpPr/>
          <p:nvPr/>
        </p:nvSpPr>
        <p:spPr>
          <a:xfrm>
            <a:off x="10848359" y="1317803"/>
            <a:ext cx="753091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Ports Info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4619978-727C-4419-F439-5CF0E7ACD01F}"/>
              </a:ext>
            </a:extLst>
          </p:cNvPr>
          <p:cNvSpPr/>
          <p:nvPr/>
        </p:nvSpPr>
        <p:spPr>
          <a:xfrm>
            <a:off x="10848359" y="1068623"/>
            <a:ext cx="753091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Get Free Ports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2F037D-5F0F-8A04-F0A5-8CDBAFC5BC62}"/>
              </a:ext>
            </a:extLst>
          </p:cNvPr>
          <p:cNvSpPr/>
          <p:nvPr/>
        </p:nvSpPr>
        <p:spPr>
          <a:xfrm>
            <a:off x="8698165" y="1100762"/>
            <a:ext cx="78567" cy="87314"/>
          </a:xfrm>
          <a:prstGeom prst="roundRect">
            <a:avLst/>
          </a:prstGeom>
          <a:solidFill>
            <a:srgbClr val="EB9DE2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  <a:latin typeface="Webdings" panose="05030102010509060703" pitchFamily="18" charset="2"/>
              </a:rPr>
              <a:t>a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BD9225C-7301-2668-32A6-93150309A16C}"/>
              </a:ext>
            </a:extLst>
          </p:cNvPr>
          <p:cNvSpPr/>
          <p:nvPr/>
        </p:nvSpPr>
        <p:spPr>
          <a:xfrm>
            <a:off x="8698164" y="1345132"/>
            <a:ext cx="78567" cy="87314"/>
          </a:xfrm>
          <a:prstGeom prst="roundRect">
            <a:avLst/>
          </a:prstGeom>
          <a:solidFill>
            <a:srgbClr val="EB9DE2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  <a:latin typeface="Webdings" panose="05030102010509060703" pitchFamily="18" charset="2"/>
              </a:rPr>
              <a:t>a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748774-B86B-3CFC-FC18-80B5F404C9E8}"/>
              </a:ext>
            </a:extLst>
          </p:cNvPr>
          <p:cNvSpPr/>
          <p:nvPr/>
        </p:nvSpPr>
        <p:spPr>
          <a:xfrm>
            <a:off x="8700070" y="1602364"/>
            <a:ext cx="78567" cy="87314"/>
          </a:xfrm>
          <a:prstGeom prst="roundRect">
            <a:avLst/>
          </a:prstGeom>
          <a:solidFill>
            <a:srgbClr val="EB9DE2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  <a:latin typeface="Webdings" panose="05030102010509060703" pitchFamily="18" charset="2"/>
              </a:rPr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C1591E-4A95-DBE6-06C6-E3DAA575ECF2}"/>
              </a:ext>
            </a:extLst>
          </p:cNvPr>
          <p:cNvSpPr txBox="1"/>
          <p:nvPr/>
        </p:nvSpPr>
        <p:spPr>
          <a:xfrm>
            <a:off x="8828815" y="1296456"/>
            <a:ext cx="730475" cy="1846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/>
                </a:solidFill>
              </a:rPr>
              <a:t>Add Timestamp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8DC601-4623-A1BC-5156-9139E3E5290E}"/>
              </a:ext>
            </a:extLst>
          </p:cNvPr>
          <p:cNvSpPr txBox="1"/>
          <p:nvPr/>
        </p:nvSpPr>
        <p:spPr>
          <a:xfrm>
            <a:off x="8801498" y="1553688"/>
            <a:ext cx="814942" cy="1846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/>
                </a:solidFill>
              </a:rPr>
              <a:t>Custom Line Ending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F2C4FE9-DEAB-8092-712A-2B74CF1DD83D}"/>
              </a:ext>
            </a:extLst>
          </p:cNvPr>
          <p:cNvGrpSpPr/>
          <p:nvPr/>
        </p:nvGrpSpPr>
        <p:grpSpPr>
          <a:xfrm>
            <a:off x="9559290" y="1574367"/>
            <a:ext cx="753091" cy="143330"/>
            <a:chOff x="9559290" y="1574367"/>
            <a:chExt cx="753091" cy="14333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8CCC7F2-4C22-2434-8BB5-87033853DD82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err="1"/>
                <a:t>yyy</a:t>
              </a:r>
              <a:endParaRPr lang="en-US" sz="60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03C7D49-11A6-5B61-0DC7-9CFC3D4E1A56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CD1A1FD-2A2E-5AF2-F740-9DC6476E107C}"/>
              </a:ext>
            </a:extLst>
          </p:cNvPr>
          <p:cNvSpPr/>
          <p:nvPr/>
        </p:nvSpPr>
        <p:spPr>
          <a:xfrm>
            <a:off x="8668720" y="307974"/>
            <a:ext cx="389555" cy="14330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Controls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ED75914-110D-E948-4A0F-1E4A6F3DD4DC}"/>
              </a:ext>
            </a:extLst>
          </p:cNvPr>
          <p:cNvSpPr/>
          <p:nvPr/>
        </p:nvSpPr>
        <p:spPr>
          <a:xfrm>
            <a:off x="454617" y="507681"/>
            <a:ext cx="4232195" cy="589721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A5D3E6-A250-B116-5FC0-5A48D5FF8D5F}"/>
              </a:ext>
            </a:extLst>
          </p:cNvPr>
          <p:cNvSpPr txBox="1"/>
          <p:nvPr/>
        </p:nvSpPr>
        <p:spPr>
          <a:xfrm>
            <a:off x="420278" y="507681"/>
            <a:ext cx="27473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effectLst/>
              </a:rPr>
              <a:t>[08:32:08:150] &lt;&lt; FF 10 00 00 00 01 02 1E 00 E7 94</a:t>
            </a:r>
          </a:p>
          <a:p>
            <a:r>
              <a:rPr lang="en-US" sz="800">
                <a:solidFill>
                  <a:schemeClr val="bg1"/>
                </a:solidFill>
                <a:effectLst/>
              </a:rPr>
              <a:t>[08:32:08:543] &lt;&lt; FF 10 00 00 00 01 02 1E 00 E7 94</a:t>
            </a:r>
          </a:p>
          <a:p>
            <a:r>
              <a:rPr lang="en-US" sz="800">
                <a:solidFill>
                  <a:schemeClr val="bg1"/>
                </a:solidFill>
                <a:effectLst/>
              </a:rPr>
              <a:t>[08:32:08:727] &lt;&lt; FF 10 00 00 00 01 02 1E 00 E7 94</a:t>
            </a:r>
          </a:p>
          <a:p>
            <a:r>
              <a:rPr lang="en-US" sz="800">
                <a:solidFill>
                  <a:schemeClr val="bg1"/>
                </a:solidFill>
                <a:effectLst/>
              </a:rPr>
              <a:t>[08:32:08:901] &lt;&lt; FF 10 00 00 00 01 02 1E 00 E7 94</a:t>
            </a:r>
          </a:p>
          <a:p>
            <a:r>
              <a:rPr lang="en-US" sz="800">
                <a:solidFill>
                  <a:schemeClr val="bg1"/>
                </a:solidFill>
                <a:effectLst/>
              </a:rPr>
              <a:t>[08:32:14:022] &lt;&lt; FF 10 00 BB AA EE EE EE FF FF FF 8F 5A</a:t>
            </a:r>
          </a:p>
          <a:p>
            <a:r>
              <a:rPr lang="en-US" sz="800">
                <a:solidFill>
                  <a:schemeClr val="bg1"/>
                </a:solidFill>
                <a:effectLst/>
              </a:rPr>
              <a:t>[08:32:14:424] &lt;&lt; FF 10 00 BB AA EE EE EE FF FF FF 8F 5A</a:t>
            </a:r>
          </a:p>
          <a:p>
            <a:r>
              <a:rPr lang="en-US" sz="800">
                <a:solidFill>
                  <a:schemeClr val="bg1"/>
                </a:solidFill>
                <a:effectLst/>
              </a:rPr>
              <a:t>[08:32:14:607] &lt;&lt; FF 10 00 BB AA EE EE EE FF FF FF 8F 5A</a:t>
            </a:r>
            <a:endParaRPr lang="en-US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830FDFA-5F13-69E2-73BF-5EC1478C57A7}"/>
              </a:ext>
            </a:extLst>
          </p:cNvPr>
          <p:cNvSpPr/>
          <p:nvPr/>
        </p:nvSpPr>
        <p:spPr>
          <a:xfrm>
            <a:off x="4834313" y="1954143"/>
            <a:ext cx="6903069" cy="1697448"/>
          </a:xfrm>
          <a:prstGeom prst="roundRect">
            <a:avLst>
              <a:gd name="adj" fmla="val 3784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66EFBD7-6BB2-4F43-8779-700176EE2124}"/>
              </a:ext>
            </a:extLst>
          </p:cNvPr>
          <p:cNvSpPr/>
          <p:nvPr/>
        </p:nvSpPr>
        <p:spPr>
          <a:xfrm>
            <a:off x="4908625" y="1874961"/>
            <a:ext cx="265835" cy="14330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Send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14BA0D5-9B84-1471-FB96-DA310685F274}"/>
              </a:ext>
            </a:extLst>
          </p:cNvPr>
          <p:cNvGrpSpPr/>
          <p:nvPr/>
        </p:nvGrpSpPr>
        <p:grpSpPr>
          <a:xfrm>
            <a:off x="5011233" y="2235475"/>
            <a:ext cx="6530989" cy="184666"/>
            <a:chOff x="5004197" y="2203454"/>
            <a:chExt cx="6640763" cy="184666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978B137-8079-9DB4-A424-B5C4EF5852E1}"/>
                </a:ext>
              </a:extLst>
            </p:cNvPr>
            <p:cNvGrpSpPr/>
            <p:nvPr/>
          </p:nvGrpSpPr>
          <p:grpSpPr>
            <a:xfrm>
              <a:off x="5822898" y="2226528"/>
              <a:ext cx="5822062" cy="143330"/>
              <a:chOff x="9559290" y="1574367"/>
              <a:chExt cx="753091" cy="143330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117686C6-C0B3-ABAD-60B4-E6A311604CA5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600"/>
                  <a:t>02 03 00 4B 00 0D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92788690-3102-8D68-964E-037085829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335F122-A608-9A34-A5FC-D15FA050F558}"/>
                </a:ext>
              </a:extLst>
            </p:cNvPr>
            <p:cNvGrpSpPr/>
            <p:nvPr/>
          </p:nvGrpSpPr>
          <p:grpSpPr>
            <a:xfrm>
              <a:off x="5004197" y="2203454"/>
              <a:ext cx="671365" cy="184666"/>
              <a:chOff x="10914619" y="2058772"/>
              <a:chExt cx="671365" cy="18466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65A3DB-25D1-21D3-6CE7-8F5AE3C3FBF5}"/>
                  </a:ext>
                </a:extLst>
              </p:cNvPr>
              <p:cNvSpPr txBox="1"/>
              <p:nvPr/>
            </p:nvSpPr>
            <p:spPr>
              <a:xfrm>
                <a:off x="10941483" y="2058772"/>
                <a:ext cx="339359" cy="184666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CRC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BC6FDB94-EDB4-05F5-669D-E6EFE1EA748D}"/>
                  </a:ext>
                </a:extLst>
              </p:cNvPr>
              <p:cNvSpPr/>
              <p:nvPr/>
            </p:nvSpPr>
            <p:spPr>
              <a:xfrm>
                <a:off x="10914619" y="2108629"/>
                <a:ext cx="78567" cy="87314"/>
              </a:xfrm>
              <a:prstGeom prst="roundRect">
                <a:avLst/>
              </a:prstGeom>
              <a:solidFill>
                <a:srgbClr val="EB9DE2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>
                    <a:solidFill>
                      <a:schemeClr val="tx1"/>
                    </a:solidFill>
                    <a:latin typeface="Webdings" panose="05030102010509060703" pitchFamily="18" charset="2"/>
                  </a:rPr>
                  <a:t>a</a:t>
                </a: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4544B068-F8BD-A44F-DA0B-D9B67ACA003A}"/>
                  </a:ext>
                </a:extLst>
              </p:cNvPr>
              <p:cNvSpPr/>
              <p:nvPr/>
            </p:nvSpPr>
            <p:spPr>
              <a:xfrm>
                <a:off x="11209438" y="2079451"/>
                <a:ext cx="376546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/>
                  <a:t>Send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F55D3B3-8BD2-CD03-8D42-AD54DD0F767F}"/>
              </a:ext>
            </a:extLst>
          </p:cNvPr>
          <p:cNvGrpSpPr/>
          <p:nvPr/>
        </p:nvGrpSpPr>
        <p:grpSpPr>
          <a:xfrm>
            <a:off x="5822898" y="2046883"/>
            <a:ext cx="1717827" cy="143330"/>
            <a:chOff x="9559290" y="1574367"/>
            <a:chExt cx="753091" cy="14333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4739C8A-FE73-89C7-BD4E-B967A0B0BBC3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600"/>
                <a:t>Polling Cmd</a:t>
              </a:r>
              <a:endParaRPr lang="en-US" sz="60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67B0778-1328-8216-B9CF-F4F8F3C5EF97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0D527E7-53AA-1E36-1211-C22CD3FEB0C4}"/>
              </a:ext>
            </a:extLst>
          </p:cNvPr>
          <p:cNvSpPr txBox="1"/>
          <p:nvPr/>
        </p:nvSpPr>
        <p:spPr>
          <a:xfrm>
            <a:off x="5207382" y="2054564"/>
            <a:ext cx="4680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Name: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EE7184F-9996-FD64-F72C-43E25AB8D804}"/>
              </a:ext>
            </a:extLst>
          </p:cNvPr>
          <p:cNvGrpSpPr/>
          <p:nvPr/>
        </p:nvGrpSpPr>
        <p:grpSpPr>
          <a:xfrm>
            <a:off x="5822642" y="4091696"/>
            <a:ext cx="5829098" cy="143330"/>
            <a:chOff x="9559290" y="1574367"/>
            <a:chExt cx="753091" cy="143330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8DE41E11-1C73-16AF-E625-1F5B9AAF779F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600"/>
                <a:t>FF 10 00 00 00 01 02 1E 00</a:t>
              </a:r>
              <a:endParaRPr lang="en-US" sz="600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A8D232A-F7B8-791F-1238-4F7DC35833A7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04FC780D-CF35-277D-2DA6-5F3A6B5BF4AC}"/>
              </a:ext>
            </a:extLst>
          </p:cNvPr>
          <p:cNvSpPr txBox="1"/>
          <p:nvPr/>
        </p:nvSpPr>
        <p:spPr>
          <a:xfrm>
            <a:off x="5217751" y="4101794"/>
            <a:ext cx="4680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Response: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AB627D41-4FC8-E490-712E-7E42753DF5BB}"/>
              </a:ext>
            </a:extLst>
          </p:cNvPr>
          <p:cNvSpPr/>
          <p:nvPr/>
        </p:nvSpPr>
        <p:spPr>
          <a:xfrm>
            <a:off x="4831533" y="379628"/>
            <a:ext cx="3638679" cy="1437533"/>
          </a:xfrm>
          <a:prstGeom prst="roundRect">
            <a:avLst>
              <a:gd name="adj" fmla="val 445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895F1A-2972-356D-51A2-5FE54F13C825}"/>
              </a:ext>
            </a:extLst>
          </p:cNvPr>
          <p:cNvSpPr txBox="1"/>
          <p:nvPr/>
        </p:nvSpPr>
        <p:spPr>
          <a:xfrm>
            <a:off x="8828814" y="1055476"/>
            <a:ext cx="730475" cy="1846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/>
                </a:solidFill>
              </a:rPr>
              <a:t>Echo TX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55FB3872-F22A-17F8-65BA-DB0CAA323F79}"/>
              </a:ext>
            </a:extLst>
          </p:cNvPr>
          <p:cNvSpPr/>
          <p:nvPr/>
        </p:nvSpPr>
        <p:spPr>
          <a:xfrm>
            <a:off x="4897984" y="306598"/>
            <a:ext cx="191816" cy="14330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File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5D3948-5C71-B848-7AB6-F361216FAB33}"/>
              </a:ext>
            </a:extLst>
          </p:cNvPr>
          <p:cNvSpPr txBox="1"/>
          <p:nvPr/>
        </p:nvSpPr>
        <p:spPr>
          <a:xfrm>
            <a:off x="4908609" y="469900"/>
            <a:ext cx="4680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Config File: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CFB4EBA-3294-F717-CF39-B7238863DFAC}"/>
              </a:ext>
            </a:extLst>
          </p:cNvPr>
          <p:cNvGrpSpPr/>
          <p:nvPr/>
        </p:nvGrpSpPr>
        <p:grpSpPr>
          <a:xfrm>
            <a:off x="5436330" y="459790"/>
            <a:ext cx="2371038" cy="143330"/>
            <a:chOff x="9559290" y="1574367"/>
            <a:chExt cx="753091" cy="143330"/>
          </a:xfrm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9034E42F-215B-F0D7-DA3F-ED84DF3617C1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600"/>
                <a:t>C:/path/to/config.json</a:t>
              </a:r>
              <a:endParaRPr lang="en-US" sz="600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6B2133A-D418-4DB3-E909-ADFC4EC75D49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7EECDB9-D37A-76A7-E81D-1E67F9C93160}"/>
              </a:ext>
            </a:extLst>
          </p:cNvPr>
          <p:cNvSpPr/>
          <p:nvPr/>
        </p:nvSpPr>
        <p:spPr>
          <a:xfrm>
            <a:off x="7896991" y="459790"/>
            <a:ext cx="500944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Browse…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D411DB08-052A-34E2-C656-1C6699D33126}"/>
              </a:ext>
            </a:extLst>
          </p:cNvPr>
          <p:cNvSpPr/>
          <p:nvPr/>
        </p:nvSpPr>
        <p:spPr>
          <a:xfrm>
            <a:off x="10644917" y="2045794"/>
            <a:ext cx="999185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Export as Markdown file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BFC0CBA3-069F-0B33-42F0-0146DF00F872}"/>
              </a:ext>
            </a:extLst>
          </p:cNvPr>
          <p:cNvSpPr/>
          <p:nvPr/>
        </p:nvSpPr>
        <p:spPr>
          <a:xfrm>
            <a:off x="9058276" y="2045997"/>
            <a:ext cx="1522044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Export as Markdown (copy to clipboard)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414BAF4C-4C02-9FC6-F1E8-C3B832CAF376}"/>
              </a:ext>
            </a:extLst>
          </p:cNvPr>
          <p:cNvSpPr/>
          <p:nvPr/>
        </p:nvSpPr>
        <p:spPr>
          <a:xfrm>
            <a:off x="11576735" y="2701304"/>
            <a:ext cx="97447" cy="88981"/>
          </a:xfrm>
          <a:prstGeom prst="roundRect">
            <a:avLst/>
          </a:prstGeom>
          <a:solidFill>
            <a:srgbClr val="FFC94D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" rtlCol="0" anchor="ctr"/>
          <a:lstStyle/>
          <a:p>
            <a:pPr algn="ctr"/>
            <a:r>
              <a:rPr lang="en-US" sz="800"/>
              <a:t>+</a:t>
            </a:r>
            <a:endParaRPr lang="en-US" sz="600"/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1FF1C7C0-9BB1-E0DA-AA79-F0B2F06FD5FF}"/>
              </a:ext>
            </a:extLst>
          </p:cNvPr>
          <p:cNvSpPr/>
          <p:nvPr/>
        </p:nvSpPr>
        <p:spPr>
          <a:xfrm>
            <a:off x="4834313" y="3784822"/>
            <a:ext cx="6903069" cy="2747741"/>
          </a:xfrm>
          <a:prstGeom prst="roundRect">
            <a:avLst>
              <a:gd name="adj" fmla="val 243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673CFB15-67C1-2878-870F-8C21C5B87688}"/>
              </a:ext>
            </a:extLst>
          </p:cNvPr>
          <p:cNvSpPr/>
          <p:nvPr/>
        </p:nvSpPr>
        <p:spPr>
          <a:xfrm>
            <a:off x="10652137" y="3877687"/>
            <a:ext cx="999185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Export as Markdown file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F925E00B-7B77-FE5A-6BD9-4221102B3094}"/>
              </a:ext>
            </a:extLst>
          </p:cNvPr>
          <p:cNvSpPr/>
          <p:nvPr/>
        </p:nvSpPr>
        <p:spPr>
          <a:xfrm>
            <a:off x="9065496" y="3877890"/>
            <a:ext cx="1522044" cy="1433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Export as Markdown (copy to clipboard)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8B97CB05-B0B8-43F7-41E8-BEED83CCBF8E}"/>
              </a:ext>
            </a:extLst>
          </p:cNvPr>
          <p:cNvSpPr/>
          <p:nvPr/>
        </p:nvSpPr>
        <p:spPr>
          <a:xfrm>
            <a:off x="4895176" y="3722564"/>
            <a:ext cx="374835" cy="14330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Receive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06D2C0B-6D39-AC5C-7DCA-E56B6C642D61}"/>
              </a:ext>
            </a:extLst>
          </p:cNvPr>
          <p:cNvSpPr txBox="1"/>
          <p:nvPr/>
        </p:nvSpPr>
        <p:spPr>
          <a:xfrm>
            <a:off x="11509014" y="2220054"/>
            <a:ext cx="210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B7DA9AC-4803-EE89-11EB-C1620B57D43B}"/>
              </a:ext>
            </a:extLst>
          </p:cNvPr>
          <p:cNvGrpSpPr/>
          <p:nvPr/>
        </p:nvGrpSpPr>
        <p:grpSpPr>
          <a:xfrm>
            <a:off x="5206708" y="2460429"/>
            <a:ext cx="1341035" cy="143330"/>
            <a:chOff x="5207382" y="2693248"/>
            <a:chExt cx="1341035" cy="14333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ED75FF79-C410-C30F-4095-F1EF94F914AD}"/>
                </a:ext>
              </a:extLst>
            </p:cNvPr>
            <p:cNvGrpSpPr/>
            <p:nvPr/>
          </p:nvGrpSpPr>
          <p:grpSpPr>
            <a:xfrm>
              <a:off x="5822899" y="2693248"/>
              <a:ext cx="725518" cy="143330"/>
              <a:chOff x="9559290" y="1574367"/>
              <a:chExt cx="753091" cy="143330"/>
            </a:xfrm>
          </p:grpSpPr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A38E532E-EB2D-643C-ED47-D7220EE21011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it-IT" sz="600"/>
                  <a:t>Address</a:t>
                </a:r>
                <a:endParaRPr lang="en-US" sz="600"/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EDBD2729-3FBE-3143-98D4-88F625A0A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AAE33FD-831E-4D30-B07A-7C5785DBFA88}"/>
                </a:ext>
              </a:extLst>
            </p:cNvPr>
            <p:cNvSpPr txBox="1"/>
            <p:nvPr/>
          </p:nvSpPr>
          <p:spPr>
            <a:xfrm>
              <a:off x="5207382" y="2700929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Name: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CA4C29D-53F0-56A9-0710-E71FAE59CE81}"/>
              </a:ext>
            </a:extLst>
          </p:cNvPr>
          <p:cNvGrpSpPr/>
          <p:nvPr/>
        </p:nvGrpSpPr>
        <p:grpSpPr>
          <a:xfrm>
            <a:off x="6442147" y="2460429"/>
            <a:ext cx="1227646" cy="143330"/>
            <a:chOff x="6442821" y="2693248"/>
            <a:chExt cx="1227646" cy="143330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2A61847-0F7A-90E0-6060-26E07E41D079}"/>
                </a:ext>
              </a:extLst>
            </p:cNvPr>
            <p:cNvGrpSpPr/>
            <p:nvPr/>
          </p:nvGrpSpPr>
          <p:grpSpPr>
            <a:xfrm>
              <a:off x="6944949" y="2693248"/>
              <a:ext cx="725518" cy="143330"/>
              <a:chOff x="9559290" y="1574367"/>
              <a:chExt cx="753091" cy="143330"/>
            </a:xfrm>
          </p:grpSpPr>
          <p:sp>
            <p:nvSpPr>
              <p:cNvPr id="144" name="Rectangle: Rounded Corners 143">
                <a:extLst>
                  <a:ext uri="{FF2B5EF4-FFF2-40B4-BE49-F238E27FC236}">
                    <a16:creationId xmlns:a16="http://schemas.microsoft.com/office/drawing/2014/main" id="{355AC110-3643-26E0-42F7-8661AE563BAA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600"/>
                  <a:t>2</a:t>
                </a: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68C43A12-9049-8B19-DC62-6F637D784C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2E8A66F-DD28-42E0-1483-A3B5F553DA87}"/>
                </a:ext>
              </a:extLst>
            </p:cNvPr>
            <p:cNvSpPr txBox="1"/>
            <p:nvPr/>
          </p:nvSpPr>
          <p:spPr>
            <a:xfrm>
              <a:off x="6442821" y="2700929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Value: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D94050E-677C-00F1-B52F-3954CC27CD50}"/>
              </a:ext>
            </a:extLst>
          </p:cNvPr>
          <p:cNvGrpSpPr/>
          <p:nvPr/>
        </p:nvGrpSpPr>
        <p:grpSpPr>
          <a:xfrm>
            <a:off x="8180910" y="2460406"/>
            <a:ext cx="1633293" cy="143330"/>
            <a:chOff x="9559290" y="1574367"/>
            <a:chExt cx="753091" cy="143330"/>
          </a:xfrm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7AB68FB4-562F-A639-C98C-036AC7A0A7BA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600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3469E6E-D909-66A7-1D0B-26E33F48B471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E34127C8-5D67-38AB-514E-C5708853341D}"/>
              </a:ext>
            </a:extLst>
          </p:cNvPr>
          <p:cNvSpPr txBox="1"/>
          <p:nvPr/>
        </p:nvSpPr>
        <p:spPr>
          <a:xfrm>
            <a:off x="7678782" y="2468087"/>
            <a:ext cx="4680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Formula: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5E0D6CB-2D7F-6D6E-47F3-6446C9C80AE8}"/>
              </a:ext>
            </a:extLst>
          </p:cNvPr>
          <p:cNvGrpSpPr/>
          <p:nvPr/>
        </p:nvGrpSpPr>
        <p:grpSpPr>
          <a:xfrm>
            <a:off x="10925804" y="2460406"/>
            <a:ext cx="616418" cy="143330"/>
            <a:chOff x="9559290" y="1574367"/>
            <a:chExt cx="753091" cy="143330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84CA628E-4B3A-9257-3A92-529235A8AB2F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"/>
                <a:t>1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C2F94E3-9956-7770-A65C-459078E13619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C71FAF49-C217-739C-98E4-769542664D06}"/>
              </a:ext>
            </a:extLst>
          </p:cNvPr>
          <p:cNvSpPr txBox="1"/>
          <p:nvPr/>
        </p:nvSpPr>
        <p:spPr>
          <a:xfrm>
            <a:off x="10423676" y="2468087"/>
            <a:ext cx="4680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Bytes: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DAC25CE7-7C26-9F62-E770-60B3376FC316}"/>
              </a:ext>
            </a:extLst>
          </p:cNvPr>
          <p:cNvSpPr/>
          <p:nvPr/>
        </p:nvSpPr>
        <p:spPr>
          <a:xfrm>
            <a:off x="9908158" y="2457988"/>
            <a:ext cx="658315" cy="143308"/>
          </a:xfrm>
          <a:prstGeom prst="roundRect">
            <a:avLst/>
          </a:prstGeom>
          <a:solidFill>
            <a:srgbClr val="FFC94D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Little Endian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01B20DC8-0F97-8410-C138-BA615FE3C179}"/>
              </a:ext>
            </a:extLst>
          </p:cNvPr>
          <p:cNvGrpSpPr/>
          <p:nvPr/>
        </p:nvGrpSpPr>
        <p:grpSpPr>
          <a:xfrm>
            <a:off x="5206321" y="2672296"/>
            <a:ext cx="6335514" cy="145771"/>
            <a:chOff x="5206708" y="2457988"/>
            <a:chExt cx="6335514" cy="145771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C6F19CCF-A018-BC11-A437-77E812A48423}"/>
                </a:ext>
              </a:extLst>
            </p:cNvPr>
            <p:cNvGrpSpPr/>
            <p:nvPr/>
          </p:nvGrpSpPr>
          <p:grpSpPr>
            <a:xfrm>
              <a:off x="5206708" y="2460429"/>
              <a:ext cx="1341035" cy="143330"/>
              <a:chOff x="5207382" y="2693248"/>
              <a:chExt cx="1341035" cy="143330"/>
            </a:xfrm>
          </p:grpSpPr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BE4164D4-0143-429C-7327-AEA6D12226C5}"/>
                  </a:ext>
                </a:extLst>
              </p:cNvPr>
              <p:cNvGrpSpPr/>
              <p:nvPr/>
            </p:nvGrpSpPr>
            <p:grpSpPr>
              <a:xfrm>
                <a:off x="5822899" y="2693248"/>
                <a:ext cx="725518" cy="143330"/>
                <a:chOff x="9559290" y="1574367"/>
                <a:chExt cx="753091" cy="143330"/>
              </a:xfrm>
            </p:grpSpPr>
            <p:sp>
              <p:nvSpPr>
                <p:cNvPr id="214" name="Rectangle: Rounded Corners 213">
                  <a:extLst>
                    <a:ext uri="{FF2B5EF4-FFF2-40B4-BE49-F238E27FC236}">
                      <a16:creationId xmlns:a16="http://schemas.microsoft.com/office/drawing/2014/main" id="{060DE559-22DC-9B07-E32C-CDBCC558C9CD}"/>
                    </a:ext>
                  </a:extLst>
                </p:cNvPr>
                <p:cNvSpPr/>
                <p:nvPr/>
              </p:nvSpPr>
              <p:spPr>
                <a:xfrm>
                  <a:off x="9559290" y="1574367"/>
                  <a:ext cx="753091" cy="143308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it-IT" sz="600"/>
                    <a:t>Function Code</a:t>
                  </a:r>
                  <a:endParaRPr lang="en-US" sz="600"/>
                </a:p>
              </p:txBody>
            </p: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9D8048C9-3B0F-6757-D6F9-FE85400582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63112" y="1717697"/>
                  <a:ext cx="74107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963A3282-E61D-F24B-54B3-4A2B965BD804}"/>
                  </a:ext>
                </a:extLst>
              </p:cNvPr>
              <p:cNvSpPr txBox="1"/>
              <p:nvPr/>
            </p:nvSpPr>
            <p:spPr>
              <a:xfrm>
                <a:off x="5207382" y="2700929"/>
                <a:ext cx="46800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Name:</a:t>
                </a:r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4531EB7C-7A33-FAF7-CE09-B5247766669D}"/>
                </a:ext>
              </a:extLst>
            </p:cNvPr>
            <p:cNvGrpSpPr/>
            <p:nvPr/>
          </p:nvGrpSpPr>
          <p:grpSpPr>
            <a:xfrm>
              <a:off x="6442147" y="2460429"/>
              <a:ext cx="1227646" cy="143330"/>
              <a:chOff x="6442821" y="2693248"/>
              <a:chExt cx="1227646" cy="143330"/>
            </a:xfrm>
          </p:grpSpPr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527AB969-0E0C-9579-F305-AAC81E7A7051}"/>
                  </a:ext>
                </a:extLst>
              </p:cNvPr>
              <p:cNvGrpSpPr/>
              <p:nvPr/>
            </p:nvGrpSpPr>
            <p:grpSpPr>
              <a:xfrm>
                <a:off x="6944949" y="2693248"/>
                <a:ext cx="725518" cy="143330"/>
                <a:chOff x="9559290" y="1574367"/>
                <a:chExt cx="753091" cy="143330"/>
              </a:xfrm>
            </p:grpSpPr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3B879780-B38D-E386-374A-6A6A5B7894C7}"/>
                    </a:ext>
                  </a:extLst>
                </p:cNvPr>
                <p:cNvSpPr/>
                <p:nvPr/>
              </p:nvSpPr>
              <p:spPr>
                <a:xfrm>
                  <a:off x="9559290" y="1574367"/>
                  <a:ext cx="753091" cy="143308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600"/>
                    <a:t>0x03</a:t>
                  </a:r>
                </a:p>
              </p:txBody>
            </p: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673CEA96-AE9F-B2DE-CED3-43F60BB670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63112" y="1717697"/>
                  <a:ext cx="74107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D70B5832-182D-BDB1-5238-94D367D1A6D5}"/>
                  </a:ext>
                </a:extLst>
              </p:cNvPr>
              <p:cNvSpPr txBox="1"/>
              <p:nvPr/>
            </p:nvSpPr>
            <p:spPr>
              <a:xfrm>
                <a:off x="6442821" y="2700929"/>
                <a:ext cx="46800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Value: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682AE99B-4436-5C4C-32CF-666EC475E169}"/>
                </a:ext>
              </a:extLst>
            </p:cNvPr>
            <p:cNvGrpSpPr/>
            <p:nvPr/>
          </p:nvGrpSpPr>
          <p:grpSpPr>
            <a:xfrm>
              <a:off x="8180910" y="2460406"/>
              <a:ext cx="1633293" cy="143330"/>
              <a:chOff x="9559290" y="1574367"/>
              <a:chExt cx="753091" cy="143330"/>
            </a:xfrm>
          </p:grpSpPr>
          <p:sp>
            <p:nvSpPr>
              <p:cNvPr id="206" name="Rectangle: Rounded Corners 205">
                <a:extLst>
                  <a:ext uri="{FF2B5EF4-FFF2-40B4-BE49-F238E27FC236}">
                    <a16:creationId xmlns:a16="http://schemas.microsoft.com/office/drawing/2014/main" id="{EE1A2F2D-50A4-4988-0654-456FA4685CE9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600"/>
              </a:p>
            </p:txBody>
          </p: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CA8C863D-7043-DB77-56E1-F1AE4755B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CBEBAE98-3A96-2C4E-6AB4-849470F5097C}"/>
                </a:ext>
              </a:extLst>
            </p:cNvPr>
            <p:cNvSpPr txBox="1"/>
            <p:nvPr/>
          </p:nvSpPr>
          <p:spPr>
            <a:xfrm>
              <a:off x="7678782" y="2468087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Formula:</a:t>
              </a: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F115652D-ACFE-F205-82F0-B4CD23A35595}"/>
                </a:ext>
              </a:extLst>
            </p:cNvPr>
            <p:cNvGrpSpPr/>
            <p:nvPr/>
          </p:nvGrpSpPr>
          <p:grpSpPr>
            <a:xfrm>
              <a:off x="10925804" y="2460406"/>
              <a:ext cx="616418" cy="143330"/>
              <a:chOff x="9559290" y="1574367"/>
              <a:chExt cx="753091" cy="143330"/>
            </a:xfrm>
          </p:grpSpPr>
          <p:sp>
            <p:nvSpPr>
              <p:cNvPr id="204" name="Rectangle: Rounded Corners 203">
                <a:extLst>
                  <a:ext uri="{FF2B5EF4-FFF2-40B4-BE49-F238E27FC236}">
                    <a16:creationId xmlns:a16="http://schemas.microsoft.com/office/drawing/2014/main" id="{D0931DF7-7644-FFA3-06ED-E44645330435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600"/>
                  <a:t>1</a:t>
                </a:r>
              </a:p>
            </p:txBody>
          </p: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310E1F90-F1C6-1C16-B83F-7DB10BBE6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3533544E-F597-4DD3-BA21-CF19BFA62770}"/>
                </a:ext>
              </a:extLst>
            </p:cNvPr>
            <p:cNvSpPr txBox="1"/>
            <p:nvPr/>
          </p:nvSpPr>
          <p:spPr>
            <a:xfrm>
              <a:off x="10423676" y="2468087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Bytes:</a:t>
              </a:r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6356362E-A3E6-A24B-B5C8-8030A1799694}"/>
                </a:ext>
              </a:extLst>
            </p:cNvPr>
            <p:cNvSpPr/>
            <p:nvPr/>
          </p:nvSpPr>
          <p:spPr>
            <a:xfrm>
              <a:off x="9908158" y="2457988"/>
              <a:ext cx="658315" cy="143308"/>
            </a:xfrm>
            <a:prstGeom prst="roundRect">
              <a:avLst/>
            </a:prstGeom>
            <a:solidFill>
              <a:srgbClr val="FFC94D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/>
                <a:t>Little Endian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2E7BC70-FD70-4E93-6895-C3C03B4A98F7}"/>
              </a:ext>
            </a:extLst>
          </p:cNvPr>
          <p:cNvGrpSpPr/>
          <p:nvPr/>
        </p:nvGrpSpPr>
        <p:grpSpPr>
          <a:xfrm>
            <a:off x="5207126" y="4342207"/>
            <a:ext cx="1341035" cy="143330"/>
            <a:chOff x="5207382" y="2693248"/>
            <a:chExt cx="1341035" cy="143330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9CFE965-2F97-24FC-ED01-2D5890B54E6B}"/>
                </a:ext>
              </a:extLst>
            </p:cNvPr>
            <p:cNvGrpSpPr/>
            <p:nvPr/>
          </p:nvGrpSpPr>
          <p:grpSpPr>
            <a:xfrm>
              <a:off x="5822899" y="2693248"/>
              <a:ext cx="725518" cy="143330"/>
              <a:chOff x="9559290" y="1574367"/>
              <a:chExt cx="753091" cy="143330"/>
            </a:xfrm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FA1FD64-9F2C-6BDB-2762-AB81330C200B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it-IT" sz="600"/>
                  <a:t>Address</a:t>
                </a:r>
                <a:endParaRPr lang="en-US" sz="600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4A89DCC-8E61-6D62-E308-A7F21541B2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9B17EF2-0D13-D10F-CF85-54B547AD397A}"/>
                </a:ext>
              </a:extLst>
            </p:cNvPr>
            <p:cNvSpPr txBox="1"/>
            <p:nvPr/>
          </p:nvSpPr>
          <p:spPr>
            <a:xfrm>
              <a:off x="5207382" y="2700929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Name: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2852938-F3AE-1527-0CC7-F8AE93237019}"/>
              </a:ext>
            </a:extLst>
          </p:cNvPr>
          <p:cNvGrpSpPr/>
          <p:nvPr/>
        </p:nvGrpSpPr>
        <p:grpSpPr>
          <a:xfrm>
            <a:off x="6442565" y="4342207"/>
            <a:ext cx="1227646" cy="143330"/>
            <a:chOff x="6442821" y="2693248"/>
            <a:chExt cx="1227646" cy="143330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4095CD9-75A9-68C5-A379-E68C2C959565}"/>
                </a:ext>
              </a:extLst>
            </p:cNvPr>
            <p:cNvGrpSpPr/>
            <p:nvPr/>
          </p:nvGrpSpPr>
          <p:grpSpPr>
            <a:xfrm>
              <a:off x="6944949" y="2693248"/>
              <a:ext cx="725518" cy="143330"/>
              <a:chOff x="9559290" y="1574367"/>
              <a:chExt cx="753091" cy="143330"/>
            </a:xfrm>
          </p:grpSpPr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03E45996-531A-E1D5-E9C6-9B1B641EC6F4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600"/>
                  <a:t>0</a:t>
                </a: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0814792E-9AA7-F782-B35C-A030277A5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A0C087-EAE0-8733-BC1A-B48D0E1FD22A}"/>
                </a:ext>
              </a:extLst>
            </p:cNvPr>
            <p:cNvSpPr txBox="1"/>
            <p:nvPr/>
          </p:nvSpPr>
          <p:spPr>
            <a:xfrm>
              <a:off x="6442821" y="2700929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Index: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2632F7E-411A-B4DE-9261-5338E86B77D4}"/>
              </a:ext>
            </a:extLst>
          </p:cNvPr>
          <p:cNvGrpSpPr/>
          <p:nvPr/>
        </p:nvGrpSpPr>
        <p:grpSpPr>
          <a:xfrm>
            <a:off x="8181329" y="4342184"/>
            <a:ext cx="2398734" cy="143330"/>
            <a:chOff x="9559290" y="1574367"/>
            <a:chExt cx="753091" cy="143330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C6B49F7B-9D40-A9FF-A889-6C5017A764EA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"/>
                <a:t>1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C98A4E3-E820-F218-DFC7-F3FA55FCDF47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FD75A080-C585-EC9C-FF18-F6EE5C650DDE}"/>
              </a:ext>
            </a:extLst>
          </p:cNvPr>
          <p:cNvSpPr txBox="1"/>
          <p:nvPr/>
        </p:nvSpPr>
        <p:spPr>
          <a:xfrm>
            <a:off x="7679200" y="4349865"/>
            <a:ext cx="4680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Formula: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5ECE2FD-5937-8F54-E759-47E26DA9EECF}"/>
              </a:ext>
            </a:extLst>
          </p:cNvPr>
          <p:cNvGrpSpPr/>
          <p:nvPr/>
        </p:nvGrpSpPr>
        <p:grpSpPr>
          <a:xfrm>
            <a:off x="10926222" y="4342184"/>
            <a:ext cx="609293" cy="143330"/>
            <a:chOff x="9559290" y="1574367"/>
            <a:chExt cx="753091" cy="14333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44F4B46B-07D2-6020-CB1B-56EC389C141E}"/>
                </a:ext>
              </a:extLst>
            </p:cNvPr>
            <p:cNvSpPr/>
            <p:nvPr/>
          </p:nvSpPr>
          <p:spPr>
            <a:xfrm>
              <a:off x="9559290" y="1574367"/>
              <a:ext cx="753091" cy="14330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"/>
                <a:t>1</a:t>
              </a: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E726960-37D3-6A52-D2B8-77B1B983D1AC}"/>
                </a:ext>
              </a:extLst>
            </p:cNvPr>
            <p:cNvCxnSpPr>
              <a:cxnSpLocks/>
            </p:cNvCxnSpPr>
            <p:nvPr/>
          </p:nvCxnSpPr>
          <p:spPr>
            <a:xfrm>
              <a:off x="9563112" y="1717697"/>
              <a:ext cx="7410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D129B318-4728-D9D5-F930-1DAEED13EE40}"/>
              </a:ext>
            </a:extLst>
          </p:cNvPr>
          <p:cNvSpPr txBox="1"/>
          <p:nvPr/>
        </p:nvSpPr>
        <p:spPr>
          <a:xfrm>
            <a:off x="10424094" y="4349865"/>
            <a:ext cx="4680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Scale: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C15B283-4996-4FDA-A547-BE54AF72A333}"/>
              </a:ext>
            </a:extLst>
          </p:cNvPr>
          <p:cNvGrpSpPr/>
          <p:nvPr/>
        </p:nvGrpSpPr>
        <p:grpSpPr>
          <a:xfrm>
            <a:off x="5203316" y="4547924"/>
            <a:ext cx="6473868" cy="143353"/>
            <a:chOff x="5207126" y="4342184"/>
            <a:chExt cx="6473868" cy="143353"/>
          </a:xfrm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BC3306CB-5C48-AA09-A5E5-9BF255955B84}"/>
                </a:ext>
              </a:extLst>
            </p:cNvPr>
            <p:cNvGrpSpPr/>
            <p:nvPr/>
          </p:nvGrpSpPr>
          <p:grpSpPr>
            <a:xfrm>
              <a:off x="5207126" y="4342207"/>
              <a:ext cx="1341035" cy="143330"/>
              <a:chOff x="5207382" y="2693248"/>
              <a:chExt cx="1341035" cy="143330"/>
            </a:xfrm>
          </p:grpSpPr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763DF0A4-7CC0-B4BB-80DA-FE54A4D8B948}"/>
                  </a:ext>
                </a:extLst>
              </p:cNvPr>
              <p:cNvGrpSpPr/>
              <p:nvPr/>
            </p:nvGrpSpPr>
            <p:grpSpPr>
              <a:xfrm>
                <a:off x="5822899" y="2693248"/>
                <a:ext cx="725518" cy="143330"/>
                <a:chOff x="9559290" y="1574367"/>
                <a:chExt cx="753091" cy="143330"/>
              </a:xfrm>
            </p:grpSpPr>
            <p:sp>
              <p:nvSpPr>
                <p:cNvPr id="236" name="Rectangle: Rounded Corners 235">
                  <a:extLst>
                    <a:ext uri="{FF2B5EF4-FFF2-40B4-BE49-F238E27FC236}">
                      <a16:creationId xmlns:a16="http://schemas.microsoft.com/office/drawing/2014/main" id="{042B3F20-A6F2-AAA6-07E6-F76A50DD5B95}"/>
                    </a:ext>
                  </a:extLst>
                </p:cNvPr>
                <p:cNvSpPr/>
                <p:nvPr/>
              </p:nvSpPr>
              <p:spPr>
                <a:xfrm>
                  <a:off x="9559290" y="1574367"/>
                  <a:ext cx="753091" cy="143308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it-IT" sz="600"/>
                    <a:t>Temp C</a:t>
                  </a:r>
                  <a:endParaRPr lang="en-US" sz="600"/>
                </a:p>
              </p:txBody>
            </p: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92ED9070-3FF7-43F2-7FEE-5970EF80AD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63112" y="1717697"/>
                  <a:ext cx="74107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51756F0F-E214-50C5-7147-AB0DBA30475A}"/>
                  </a:ext>
                </a:extLst>
              </p:cNvPr>
              <p:cNvSpPr txBox="1"/>
              <p:nvPr/>
            </p:nvSpPr>
            <p:spPr>
              <a:xfrm>
                <a:off x="5207382" y="2700929"/>
                <a:ext cx="46800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Name: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033C6B7C-FC9F-B1DF-E35C-D0EBE2753FAF}"/>
                </a:ext>
              </a:extLst>
            </p:cNvPr>
            <p:cNvGrpSpPr/>
            <p:nvPr/>
          </p:nvGrpSpPr>
          <p:grpSpPr>
            <a:xfrm>
              <a:off x="6442565" y="4342207"/>
              <a:ext cx="1227646" cy="143330"/>
              <a:chOff x="6442821" y="2693248"/>
              <a:chExt cx="1227646" cy="143330"/>
            </a:xfrm>
          </p:grpSpPr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07114714-6D73-6C2A-5EE1-28AEE14B4E2F}"/>
                  </a:ext>
                </a:extLst>
              </p:cNvPr>
              <p:cNvGrpSpPr/>
              <p:nvPr/>
            </p:nvGrpSpPr>
            <p:grpSpPr>
              <a:xfrm>
                <a:off x="6944949" y="2693248"/>
                <a:ext cx="725518" cy="143330"/>
                <a:chOff x="9559290" y="1574367"/>
                <a:chExt cx="753091" cy="143330"/>
              </a:xfrm>
            </p:grpSpPr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47347F1D-4995-E7EE-8A43-A41B82F90252}"/>
                    </a:ext>
                  </a:extLst>
                </p:cNvPr>
                <p:cNvSpPr/>
                <p:nvPr/>
              </p:nvSpPr>
              <p:spPr>
                <a:xfrm>
                  <a:off x="9559290" y="1574367"/>
                  <a:ext cx="753091" cy="143308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600"/>
                    <a:t>1:3</a:t>
                  </a:r>
                </a:p>
              </p:txBody>
            </p: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85D802B9-A671-F8C8-EF93-B5B11771D8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63112" y="1717697"/>
                  <a:ext cx="74107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F9FE381F-E4FE-36A6-96DA-9BF83E6F57FA}"/>
                  </a:ext>
                </a:extLst>
              </p:cNvPr>
              <p:cNvSpPr txBox="1"/>
              <p:nvPr/>
            </p:nvSpPr>
            <p:spPr>
              <a:xfrm>
                <a:off x="6442821" y="2700929"/>
                <a:ext cx="46800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Index:</a:t>
                </a: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86C07E89-3296-849C-793D-6DADAFA1F853}"/>
                </a:ext>
              </a:extLst>
            </p:cNvPr>
            <p:cNvGrpSpPr/>
            <p:nvPr/>
          </p:nvGrpSpPr>
          <p:grpSpPr>
            <a:xfrm>
              <a:off x="8181329" y="4342184"/>
              <a:ext cx="2398734" cy="143330"/>
              <a:chOff x="9559290" y="1574367"/>
              <a:chExt cx="753091" cy="143330"/>
            </a:xfrm>
          </p:grpSpPr>
          <p:sp>
            <p:nvSpPr>
              <p:cNvPr id="228" name="Rectangle: Rounded Corners 227">
                <a:extLst>
                  <a:ext uri="{FF2B5EF4-FFF2-40B4-BE49-F238E27FC236}">
                    <a16:creationId xmlns:a16="http://schemas.microsoft.com/office/drawing/2014/main" id="{10151D7F-85C5-A7F1-558B-E13E344C0A3A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600"/>
                  <a:t>{val}-273.15</a:t>
                </a:r>
              </a:p>
            </p:txBody>
          </p: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FFD3978A-BB09-D64F-8061-A03EEDFEC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1291BF0-DB7D-1629-539B-0A6198CEFE60}"/>
                </a:ext>
              </a:extLst>
            </p:cNvPr>
            <p:cNvSpPr txBox="1"/>
            <p:nvPr/>
          </p:nvSpPr>
          <p:spPr>
            <a:xfrm>
              <a:off x="7679200" y="4349865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Formula:</a:t>
              </a:r>
            </a:p>
          </p:txBody>
        </p: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60C3DCC3-7116-4A3E-3AC4-AE558F11F3EA}"/>
                </a:ext>
              </a:extLst>
            </p:cNvPr>
            <p:cNvGrpSpPr/>
            <p:nvPr/>
          </p:nvGrpSpPr>
          <p:grpSpPr>
            <a:xfrm>
              <a:off x="10926222" y="4342184"/>
              <a:ext cx="609293" cy="143330"/>
              <a:chOff x="9559290" y="1574367"/>
              <a:chExt cx="753091" cy="143330"/>
            </a:xfrm>
          </p:grpSpPr>
          <p:sp>
            <p:nvSpPr>
              <p:cNvPr id="226" name="Rectangle: Rounded Corners 225">
                <a:extLst>
                  <a:ext uri="{FF2B5EF4-FFF2-40B4-BE49-F238E27FC236}">
                    <a16:creationId xmlns:a16="http://schemas.microsoft.com/office/drawing/2014/main" id="{A6455E82-33AC-825A-65CC-AE852770E890}"/>
                  </a:ext>
                </a:extLst>
              </p:cNvPr>
              <p:cNvSpPr/>
              <p:nvPr/>
            </p:nvSpPr>
            <p:spPr>
              <a:xfrm>
                <a:off x="9559290" y="1574367"/>
                <a:ext cx="753091" cy="143308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600"/>
                  <a:t>1</a:t>
                </a:r>
              </a:p>
            </p:txBody>
          </p: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54CDD295-8921-C311-7828-A3DDAC880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3112" y="1717697"/>
                <a:ext cx="7410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E19E9780-6A13-DCE1-E307-5686C3366011}"/>
                </a:ext>
              </a:extLst>
            </p:cNvPr>
            <p:cNvSpPr txBox="1"/>
            <p:nvPr/>
          </p:nvSpPr>
          <p:spPr>
            <a:xfrm>
              <a:off x="10424094" y="4349865"/>
              <a:ext cx="4680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Scale:</a:t>
              </a:r>
            </a:p>
          </p:txBody>
        </p:sp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2892C72F-BD04-6476-F749-B32020D7405E}"/>
                </a:ext>
              </a:extLst>
            </p:cNvPr>
            <p:cNvSpPr/>
            <p:nvPr/>
          </p:nvSpPr>
          <p:spPr>
            <a:xfrm>
              <a:off x="11583547" y="4368235"/>
              <a:ext cx="97447" cy="88981"/>
            </a:xfrm>
            <a:prstGeom prst="roundRect">
              <a:avLst/>
            </a:prstGeom>
            <a:solidFill>
              <a:srgbClr val="FFC94D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9144" rtlCol="0" anchor="ctr"/>
            <a:lstStyle/>
            <a:p>
              <a:pPr algn="ctr"/>
              <a:r>
                <a:rPr lang="en-US" sz="800"/>
                <a:t>+</a:t>
              </a:r>
              <a:endParaRPr lang="en-US" sz="600"/>
            </a:p>
          </p:txBody>
        </p:sp>
      </p:grpSp>
    </p:spTree>
    <p:extLst>
      <p:ext uri="{BB962C8B-B14F-4D97-AF65-F5344CB8AC3E}">
        <p14:creationId xmlns:p14="http://schemas.microsoft.com/office/powerpoint/2010/main" val="72429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D12D7E-A8E1-BF05-EA5C-C029102DB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5" y="352481"/>
            <a:ext cx="11939950" cy="6025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51F69-4F06-1196-9BCE-675BF5272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28" y="1345875"/>
            <a:ext cx="4286772" cy="24956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1F0CDC-1A9F-23D9-C41C-C4A49C04B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83" t="43995" r="1390" b="39144"/>
          <a:stretch>
            <a:fillRect/>
          </a:stretch>
        </p:blipFill>
        <p:spPr>
          <a:xfrm>
            <a:off x="5619750" y="3016250"/>
            <a:ext cx="850900" cy="101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5E3A39-EF63-9E24-2666-5B2F4B77C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59" t="73185" r="1278" b="10270"/>
          <a:stretch>
            <a:fillRect/>
          </a:stretch>
        </p:blipFill>
        <p:spPr>
          <a:xfrm>
            <a:off x="5670550" y="4763957"/>
            <a:ext cx="807426" cy="996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87A963-D391-340D-9666-EBE442E6E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05" t="70680" r="15112" b="9321"/>
          <a:stretch>
            <a:fillRect/>
          </a:stretch>
        </p:blipFill>
        <p:spPr>
          <a:xfrm>
            <a:off x="10039349" y="4659910"/>
            <a:ext cx="1860551" cy="12050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3D6D0A-90B4-6A60-A476-869C50E00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05" t="70680" r="15112" b="9321"/>
          <a:stretch>
            <a:fillRect/>
          </a:stretch>
        </p:blipFill>
        <p:spPr>
          <a:xfrm>
            <a:off x="10039348" y="2941505"/>
            <a:ext cx="1860551" cy="120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68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264</Words>
  <Application>Microsoft Office PowerPoint</Application>
  <PresentationFormat>Widescreen</PresentationFormat>
  <Paragraphs>79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Webdings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Schrock</dc:creator>
  <cp:lastModifiedBy>Andy Schrock</cp:lastModifiedBy>
  <cp:revision>5</cp:revision>
  <dcterms:created xsi:type="dcterms:W3CDTF">2026-05-22T13:07:13Z</dcterms:created>
  <dcterms:modified xsi:type="dcterms:W3CDTF">2026-05-27T20:32:59Z</dcterms:modified>
</cp:coreProperties>
</file>